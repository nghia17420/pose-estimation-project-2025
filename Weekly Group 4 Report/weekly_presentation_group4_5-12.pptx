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22677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816435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84398219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2251247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4883746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264155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7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7067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106895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34A5C4-3EDF-00F3-70F0-B9C24277C7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4F987D-924F-D3C1-58D6-B959653145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130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3606378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4059719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1496307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87427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1045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3044212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747103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54993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7983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01661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762575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29713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3335760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29524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1056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969250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2419860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375600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0829469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72030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68342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1807069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823333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375305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7017010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5755076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678642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762480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398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341916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716852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637868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79433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219548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050074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559744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731619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6786080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345909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9547826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496592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52526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2118600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33100386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0796935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914298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92014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9889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7073799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84613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4109386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91764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28958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124741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976351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213936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55947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49189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642093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9538349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2628537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074892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892466" name="Title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lang="en-US" sz="4000" b="1"/>
              <a:t>Deadlift Form Assessment System</a:t>
            </a:r>
            <a:br>
              <a:rPr lang="en-US" sz="4000"/>
            </a:br>
            <a:r>
              <a:rPr lang="en-US" sz="3000"/>
              <a:t>Using yolov8n-pose </a:t>
            </a:r>
            <a:br>
              <a:rPr lang="en-US" sz="3000"/>
            </a:br>
            <a:r>
              <a:rPr lang="en-US" sz="3000"/>
              <a:t>and Raspberry Pi 5 + Hailo Hat+</a:t>
            </a:r>
            <a:endParaRPr sz="4000"/>
          </a:p>
        </p:txBody>
      </p:sp>
      <p:sp>
        <p:nvSpPr>
          <p:cNvPr id="1625189549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3888935"/>
            <a:ext cx="9144000" cy="108013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/>
              <a:t>Group 4:</a:t>
            </a:r>
            <a:endParaRPr lang="en-US"/>
          </a:p>
          <a:p>
            <a:pPr>
              <a:defRPr/>
            </a:pPr>
            <a:r>
              <a:rPr lang="en-US"/>
              <a:t>Tran Trung Nghia, </a:t>
            </a:r>
            <a:r>
              <a:rPr lang="en-US"/>
              <a:t>Igor Becker, </a:t>
            </a:r>
            <a:r>
              <a:rPr lang="en-US"/>
              <a:t>Peng Tianyu, </a:t>
            </a:r>
            <a:r>
              <a:rPr lang="en-US"/>
              <a:t>Bui Le Nhat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7663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What Have We Achieved</a:t>
            </a:r>
            <a:endParaRPr/>
          </a:p>
        </p:txBody>
      </p:sp>
      <p:sp>
        <p:nvSpPr>
          <p:cNvPr id="179535938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 more data to dataset and add blur augmentation to simulate motion blur in videos</a:t>
            </a:r>
            <a:endParaRPr/>
          </a:p>
          <a:p>
            <a:pPr>
              <a:defRPr/>
            </a:pPr>
            <a:r>
              <a:rPr/>
              <a:t>Compare custom trained model with pre-trained model</a:t>
            </a:r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11557038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170120" y="3213500"/>
            <a:ext cx="6788327" cy="32895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6315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Next Steps</a:t>
            </a:r>
            <a:endParaRPr/>
          </a:p>
        </p:txBody>
      </p:sp>
      <p:sp>
        <p:nvSpPr>
          <p:cNvPr id="364639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Use pre-trained yolov8n-pose instead of trying to fine tune it.</a:t>
            </a:r>
            <a:endParaRPr/>
          </a:p>
          <a:p>
            <a:pPr>
              <a:defRPr/>
            </a:pPr>
            <a:r>
              <a:rPr/>
              <a:t>Implement Chaffin’s Model to Assess Deadlift Videos.</a:t>
            </a:r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66032595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335721" y="2846023"/>
            <a:ext cx="9520557" cy="38588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ONLYOFFICE/9.1.0.167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2025-12-05T07:37:37Z</dcterms:modified>
</cp:coreProperties>
</file>